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280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0" kern="0" dirty="0">
                <a:solidFill>
                  <a:srgbClr val="1AB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STAFFIFY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7830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dedicated VA operation you actually wanted.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1AB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1% talent. Placed inside your business. Done right.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6405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gostaffify.com  |  hello@gostaffify.com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1AB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OPERATOR TRAP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the bottleneck. You know it.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304288"/>
            <a:ext cx="146304" cy="146304"/>
          </a:xfrm>
          <a:prstGeom prst="ellipse">
            <a:avLst/>
          </a:prstGeom>
          <a:solidFill>
            <a:srgbClr val="1ABDE1"/>
          </a:solidFill>
          <a:ln w="12700">
            <a:solidFill>
              <a:srgbClr val="1ABD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031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the work AND the hiring, screening, training, and management.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944368"/>
            <a:ext cx="146304" cy="146304"/>
          </a:xfrm>
          <a:prstGeom prst="ellipse">
            <a:avLst/>
          </a:prstGeom>
          <a:solidFill>
            <a:srgbClr val="1ABDE1"/>
          </a:solidFill>
          <a:ln w="12700">
            <a:solidFill>
              <a:srgbClr val="1ABD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7432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 agency wants you to run the show anyway.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584448"/>
            <a:ext cx="146304" cy="146304"/>
          </a:xfrm>
          <a:prstGeom prst="ellipse">
            <a:avLst/>
          </a:prstGeom>
          <a:solidFill>
            <a:srgbClr val="1ABDE1"/>
          </a:solidFill>
          <a:ln w="12700">
            <a:solidFill>
              <a:srgbClr val="1ABD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3832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Meanwhile the work you were supposed to do doesn't get done.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1AB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Staffify was built to fix this specifically.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65760" y="47777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AB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Staffify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949440" y="47777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gostaffify.com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1AB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STAFFIFY 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place dedicated top 1% talent inside your business.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B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60120" y="19202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to you. Not shared, not pooled, not rotating.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B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24231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from 200 applicants per role. You see the top 3.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B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29260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Onboarded on your stack, with SOPs and a custom ChatGPT bot.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B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60120" y="34290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a lifetime replacement guarantee.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035040" y="1874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B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035040" y="2331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applicants forwarded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35040" y="26974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B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14-20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035040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from Day 0 to first day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35040" y="3520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B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035040" y="3977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attrition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7777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AB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Staffify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49440" y="47777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gostaffify.com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</a:t>
            </a:r>
            <a:pPr algn="ctr" indent="0" marL="0">
              <a:buNone/>
            </a:pPr>
            <a:r>
              <a:rPr lang="en-US" sz="4000" b="1" spc="400" kern="0" dirty="0">
                <a:solidFill>
                  <a:srgbClr val="1AB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600" kern="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663440" y="11887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600" kern="0" dirty="0">
                <a:solidFill>
                  <a:srgbClr val="1AB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53712" y="1234440"/>
            <a:ext cx="36576" cy="36576"/>
          </a:xfrm>
          <a:prstGeom prst="ellipse">
            <a:avLst/>
          </a:prstGeom>
          <a:solidFill>
            <a:srgbClr val="A1A1A6"/>
          </a:solidFill>
          <a:ln w="12700">
            <a:solidFill>
              <a:srgbClr val="A1A1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53712" y="1399032"/>
            <a:ext cx="36576" cy="36576"/>
          </a:xfrm>
          <a:prstGeom prst="ellipse">
            <a:avLst/>
          </a:prstGeom>
          <a:solidFill>
            <a:srgbClr val="A1A1A6"/>
          </a:solidFill>
          <a:ln w="12700">
            <a:solidFill>
              <a:srgbClr val="A1A1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53712" y="1563624"/>
            <a:ext cx="36576" cy="36576"/>
          </a:xfrm>
          <a:prstGeom prst="ellipse">
            <a:avLst/>
          </a:prstGeom>
          <a:solidFill>
            <a:srgbClr val="A1A1A6"/>
          </a:solidFill>
          <a:ln w="12700">
            <a:solidFill>
              <a:srgbClr val="A1A1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53712" y="1728216"/>
            <a:ext cx="36576" cy="36576"/>
          </a:xfrm>
          <a:prstGeom prst="ellipse">
            <a:avLst/>
          </a:prstGeom>
          <a:solidFill>
            <a:srgbClr val="A1A1A6"/>
          </a:solidFill>
          <a:ln w="12700">
            <a:solidFill>
              <a:srgbClr val="A1A1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53712" y="1892808"/>
            <a:ext cx="36576" cy="36576"/>
          </a:xfrm>
          <a:prstGeom prst="ellipse">
            <a:avLst/>
          </a:prstGeom>
          <a:solidFill>
            <a:srgbClr val="A1A1A6"/>
          </a:solidFill>
          <a:ln w="12700">
            <a:solidFill>
              <a:srgbClr val="A1A1A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53712" y="2057400"/>
            <a:ext cx="36576" cy="36576"/>
          </a:xfrm>
          <a:prstGeom prst="ellipse">
            <a:avLst/>
          </a:prstGeom>
          <a:solidFill>
            <a:srgbClr val="A1A1A6"/>
          </a:solidFill>
          <a:ln w="12700">
            <a:solidFill>
              <a:srgbClr val="A1A1A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53712" y="2221992"/>
            <a:ext cx="36576" cy="36576"/>
          </a:xfrm>
          <a:prstGeom prst="ellipse">
            <a:avLst/>
          </a:prstGeom>
          <a:solidFill>
            <a:srgbClr val="A1A1A6"/>
          </a:solidFill>
          <a:ln w="12700">
            <a:solidFill>
              <a:srgbClr val="A1A1A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53712" y="2386584"/>
            <a:ext cx="36576" cy="36576"/>
          </a:xfrm>
          <a:prstGeom prst="ellipse">
            <a:avLst/>
          </a:prstGeom>
          <a:solidFill>
            <a:srgbClr val="A1A1A6"/>
          </a:solidFill>
          <a:ln w="12700">
            <a:solidFill>
              <a:srgbClr val="A1A1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53712" y="2551176"/>
            <a:ext cx="36576" cy="36576"/>
          </a:xfrm>
          <a:prstGeom prst="ellipse">
            <a:avLst/>
          </a:prstGeom>
          <a:solidFill>
            <a:srgbClr val="A1A1A6"/>
          </a:solidFill>
          <a:ln w="12700">
            <a:solidFill>
              <a:srgbClr val="A1A1A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53712" y="2715768"/>
            <a:ext cx="36576" cy="36576"/>
          </a:xfrm>
          <a:prstGeom prst="ellipse">
            <a:avLst/>
          </a:prstGeom>
          <a:solidFill>
            <a:srgbClr val="A1A1A6"/>
          </a:solidFill>
          <a:ln w="12700">
            <a:solidFill>
              <a:srgbClr val="A1A1A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53712" y="2880360"/>
            <a:ext cx="36576" cy="36576"/>
          </a:xfrm>
          <a:prstGeom prst="ellipse">
            <a:avLst/>
          </a:prstGeom>
          <a:solidFill>
            <a:srgbClr val="A1A1A6"/>
          </a:solidFill>
          <a:ln w="12700">
            <a:solidFill>
              <a:srgbClr val="A1A1A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53712" y="3044952"/>
            <a:ext cx="36576" cy="36576"/>
          </a:xfrm>
          <a:prstGeom prst="ellipse">
            <a:avLst/>
          </a:prstGeom>
          <a:solidFill>
            <a:srgbClr val="A1A1A6"/>
          </a:solidFill>
          <a:ln w="12700">
            <a:solidFill>
              <a:srgbClr val="A1A1A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53712" y="3209544"/>
            <a:ext cx="36576" cy="36576"/>
          </a:xfrm>
          <a:prstGeom prst="ellipse">
            <a:avLst/>
          </a:prstGeom>
          <a:solidFill>
            <a:srgbClr val="A1A1A6"/>
          </a:solidFill>
          <a:ln w="12700">
            <a:solidFill>
              <a:srgbClr val="A1A1A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53712" y="3374136"/>
            <a:ext cx="36576" cy="36576"/>
          </a:xfrm>
          <a:prstGeom prst="ellipse">
            <a:avLst/>
          </a:prstGeom>
          <a:solidFill>
            <a:srgbClr val="A1A1A6"/>
          </a:solidFill>
          <a:ln w="12700">
            <a:solidFill>
              <a:srgbClr val="A1A1A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53712" y="3538728"/>
            <a:ext cx="36576" cy="36576"/>
          </a:xfrm>
          <a:prstGeom prst="ellipse">
            <a:avLst/>
          </a:prstGeom>
          <a:solidFill>
            <a:srgbClr val="A1A1A6"/>
          </a:solidFill>
          <a:ln w="12700">
            <a:solidFill>
              <a:srgbClr val="A1A1A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53712" y="3703320"/>
            <a:ext cx="36576" cy="36576"/>
          </a:xfrm>
          <a:prstGeom prst="ellipse">
            <a:avLst/>
          </a:prstGeom>
          <a:solidFill>
            <a:srgbClr val="A1A1A6"/>
          </a:solidFill>
          <a:ln w="12700">
            <a:solidFill>
              <a:srgbClr val="A1A1A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53712" y="3867912"/>
            <a:ext cx="36576" cy="36576"/>
          </a:xfrm>
          <a:prstGeom prst="ellipse">
            <a:avLst/>
          </a:prstGeom>
          <a:solidFill>
            <a:srgbClr val="A1A1A6"/>
          </a:solidFill>
          <a:ln w="12700">
            <a:solidFill>
              <a:srgbClr val="A1A1A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53712" y="4032504"/>
            <a:ext cx="36576" cy="36576"/>
          </a:xfrm>
          <a:prstGeom prst="ellipse">
            <a:avLst/>
          </a:prstGeom>
          <a:solidFill>
            <a:srgbClr val="A1A1A6"/>
          </a:solidFill>
          <a:ln w="12700">
            <a:solidFill>
              <a:srgbClr val="A1A1A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53712" y="4197096"/>
            <a:ext cx="36576" cy="36576"/>
          </a:xfrm>
          <a:prstGeom prst="ellipse">
            <a:avLst/>
          </a:prstGeom>
          <a:solidFill>
            <a:srgbClr val="A1A1A6"/>
          </a:solidFill>
          <a:ln w="12700">
            <a:solidFill>
              <a:srgbClr val="A1A1A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53712" y="4361688"/>
            <a:ext cx="36576" cy="36576"/>
          </a:xfrm>
          <a:prstGeom prst="ellipse">
            <a:avLst/>
          </a:prstGeom>
          <a:solidFill>
            <a:srgbClr val="A1A1A6"/>
          </a:solidFill>
          <a:ln w="12700">
            <a:solidFill>
              <a:srgbClr val="A1A1A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53712" y="4526280"/>
            <a:ext cx="36576" cy="36576"/>
          </a:xfrm>
          <a:prstGeom prst="ellipse">
            <a:avLst/>
          </a:prstGeom>
          <a:solidFill>
            <a:srgbClr val="A1A1A6"/>
          </a:solidFill>
          <a:ln w="12700">
            <a:solidFill>
              <a:srgbClr val="A1A1A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53712" y="4690872"/>
            <a:ext cx="36576" cy="36576"/>
          </a:xfrm>
          <a:prstGeom prst="ellipse">
            <a:avLst/>
          </a:prstGeom>
          <a:solidFill>
            <a:srgbClr val="A1A1A6"/>
          </a:solidFill>
          <a:ln w="12700">
            <a:solidFill>
              <a:srgbClr val="A1A1A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1929384"/>
            <a:ext cx="128016" cy="128016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17830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6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$3,000-$5,000 finders fee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0080" y="2386584"/>
            <a:ext cx="128016" cy="128016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22402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6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formal recruitment process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40080" y="2843784"/>
            <a:ext cx="128016" cy="128016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26974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6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responsible for payroll, HR, taxes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40080" y="3300984"/>
            <a:ext cx="128016" cy="128016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31546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6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turnover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40080" y="3758184"/>
            <a:ext cx="128016" cy="128016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36118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6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required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40080" y="4215384"/>
            <a:ext cx="128016" cy="128016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40690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6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support: 90-120 days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846320" y="1929384"/>
            <a:ext cx="128016" cy="128016"/>
          </a:xfrm>
          <a:prstGeom prst="ellipse">
            <a:avLst/>
          </a:prstGeom>
          <a:solidFill>
            <a:srgbClr val="1ABDE1"/>
          </a:solidFill>
          <a:ln w="12700">
            <a:solidFill>
              <a:srgbClr val="1ABD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20640" y="17830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B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$2,499 flat, all-inclusive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846320" y="2386584"/>
            <a:ext cx="128016" cy="128016"/>
          </a:xfrm>
          <a:prstGeom prst="ellipse">
            <a:avLst/>
          </a:prstGeom>
          <a:solidFill>
            <a:srgbClr val="1ABDE1"/>
          </a:solidFill>
          <a:ln w="12700">
            <a:solidFill>
              <a:srgbClr val="1ABD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20640" y="22402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B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recruitment standards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4846320" y="2843784"/>
            <a:ext cx="128016" cy="128016"/>
          </a:xfrm>
          <a:prstGeom prst="ellipse">
            <a:avLst/>
          </a:prstGeom>
          <a:solidFill>
            <a:srgbClr val="1ABDE1"/>
          </a:solidFill>
          <a:ln w="12700">
            <a:solidFill>
              <a:srgbClr val="1ABD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20640" y="26974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B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handle payroll, HR, taxes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4846320" y="3300984"/>
            <a:ext cx="128016" cy="128016"/>
          </a:xfrm>
          <a:prstGeom prst="ellipse">
            <a:avLst/>
          </a:prstGeom>
          <a:solidFill>
            <a:srgbClr val="1ABDE1"/>
          </a:solidFill>
          <a:ln w="12700">
            <a:solidFill>
              <a:srgbClr val="1ABD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20640" y="31546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B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retention rate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4846320" y="3758184"/>
            <a:ext cx="128016" cy="128016"/>
          </a:xfrm>
          <a:prstGeom prst="ellipse">
            <a:avLst/>
          </a:prstGeom>
          <a:solidFill>
            <a:srgbClr val="1ABDE1"/>
          </a:solidFill>
          <a:ln w="12700">
            <a:solidFill>
              <a:srgbClr val="1ABD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20640" y="36118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B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contracts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4846320" y="4215384"/>
            <a:ext cx="128016" cy="128016"/>
          </a:xfrm>
          <a:prstGeom prst="ellipse">
            <a:avLst/>
          </a:prstGeom>
          <a:solidFill>
            <a:srgbClr val="1ABDE1"/>
          </a:solidFill>
          <a:ln w="12700">
            <a:solidFill>
              <a:srgbClr val="1ABD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20640" y="40690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B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replacement guarantee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365760" y="47777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AB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Staffify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949440" y="47777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gostaffify.com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1AB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 TO DAY 18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Fourteen to twenty days from yes to first billable hour.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14400" y="2926080"/>
            <a:ext cx="6858000" cy="0"/>
          </a:xfrm>
          <a:prstGeom prst="line">
            <a:avLst/>
          </a:prstGeom>
          <a:noFill/>
          <a:ln w="25400">
            <a:solidFill>
              <a:srgbClr val="0D82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798064"/>
            <a:ext cx="256032" cy="256032"/>
          </a:xfrm>
          <a:prstGeom prst="ellipse">
            <a:avLst/>
          </a:prstGeom>
          <a:solidFill>
            <a:srgbClr val="1ABDE1"/>
          </a:solidFill>
          <a:ln w="25400">
            <a:solidFill>
              <a:srgbClr val="0A0A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148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AB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32461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Call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94560" y="2798064"/>
            <a:ext cx="256032" cy="256032"/>
          </a:xfrm>
          <a:prstGeom prst="ellipse">
            <a:avLst/>
          </a:prstGeom>
          <a:solidFill>
            <a:srgbClr val="1ABDE1"/>
          </a:solidFill>
          <a:ln w="25400">
            <a:solidFill>
              <a:srgbClr val="0A0A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2148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AB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1-2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91640" y="32461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Live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66160" y="2798064"/>
            <a:ext cx="256032" cy="256032"/>
          </a:xfrm>
          <a:prstGeom prst="ellipse">
            <a:avLst/>
          </a:prstGeom>
          <a:solidFill>
            <a:srgbClr val="1ABDE1"/>
          </a:solidFill>
          <a:ln w="25400">
            <a:solidFill>
              <a:srgbClr val="0A0A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2148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AB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3-7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63240" y="32461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37760" y="2798064"/>
            <a:ext cx="256032" cy="256032"/>
          </a:xfrm>
          <a:prstGeom prst="ellipse">
            <a:avLst/>
          </a:prstGeom>
          <a:solidFill>
            <a:srgbClr val="1ABDE1"/>
          </a:solidFill>
          <a:ln w="25400">
            <a:solidFill>
              <a:srgbClr val="0A0A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0" y="2148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AB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8-10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34840" y="32461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Interviews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2798064"/>
            <a:ext cx="256032" cy="256032"/>
          </a:xfrm>
          <a:prstGeom prst="ellipse">
            <a:avLst/>
          </a:prstGeom>
          <a:solidFill>
            <a:srgbClr val="1ABDE1"/>
          </a:solidFill>
          <a:ln w="25400">
            <a:solidFill>
              <a:srgbClr val="0A0A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0" y="2148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AB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11-14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06440" y="32461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+ Training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680960" y="2798064"/>
            <a:ext cx="256032" cy="256032"/>
          </a:xfrm>
          <a:prstGeom prst="ellipse">
            <a:avLst/>
          </a:prstGeom>
          <a:solidFill>
            <a:srgbClr val="1ABDE1"/>
          </a:solidFill>
          <a:ln w="25400">
            <a:solidFill>
              <a:srgbClr val="0A0A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0" y="2148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AB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15-18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78040" y="32461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 + First Wins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move fast. The main variable is how quickly you turn around interviews.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65760" y="47777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AB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Staffify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49440" y="47777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gostaffify.com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1AB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ECONOMICS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inclusive rate. Do the math.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0F1A1E"/>
          </a:solidFill>
          <a:ln w="25400">
            <a:solidFill>
              <a:srgbClr val="1ABD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0574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B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$12.50</a:t>
            </a:r>
            <a:pPr algn="ctr" indent="0" marL="0">
              <a:buNone/>
            </a:pPr>
            <a:r>
              <a:rPr lang="en-US" sz="1800" dirty="0">
                <a:solidFill>
                  <a:srgbClr val="1AB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9260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Staffify, all-in.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Payroll, HR, replacement, training,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Hubstaff. No extras.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182880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16181D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20574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$18-25</a:t>
            </a:r>
            <a:pPr algn="ctr" indent="0" marL="0">
              <a:buNone/>
            </a:pPr>
            <a:r>
              <a:rPr lang="en-US" sz="18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/hr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474720" y="29260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US-facing VA services.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 excludes replacement,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training, HR support.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82880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16181D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20574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$25-40</a:t>
            </a:r>
            <a:pPr algn="ctr" indent="0" marL="0">
              <a:buNone/>
            </a:pPr>
            <a:r>
              <a:rPr lang="en-US" sz="18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/hr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263640" y="29260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employee, fully loaded.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+ benefits + taxes + software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management overhead.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AB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hours a week at $12.50 is $2,167 a month. A US junior admin costs $4,500-$6,500.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" y="47777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AB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Staffify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949440" y="47777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gostaffify.com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1AB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1% CUT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get to the top three.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143000" y="1737360"/>
            <a:ext cx="6858000" cy="329184"/>
          </a:xfrm>
          <a:prstGeom prst="roundRect">
            <a:avLst>
              <a:gd name="adj" fmla="val 13889"/>
            </a:avLst>
          </a:prstGeom>
          <a:solidFill>
            <a:srgbClr val="16181D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173736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B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 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applicants sourced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691640" y="2121408"/>
            <a:ext cx="5760720" cy="329184"/>
          </a:xfrm>
          <a:prstGeom prst="roundRect">
            <a:avLst>
              <a:gd name="adj" fmla="val 13889"/>
            </a:avLst>
          </a:prstGeom>
          <a:solidFill>
            <a:srgbClr val="16181D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91640" y="2121408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B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~120  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the written screen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40280" y="2505456"/>
            <a:ext cx="4663440" cy="329184"/>
          </a:xfrm>
          <a:prstGeom prst="roundRect">
            <a:avLst>
              <a:gd name="adj" fmla="val 13889"/>
            </a:avLst>
          </a:prstGeom>
          <a:solidFill>
            <a:srgbClr val="16181D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0280" y="2505456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B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 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the video interview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88920" y="2889504"/>
            <a:ext cx="3566160" cy="329184"/>
          </a:xfrm>
          <a:prstGeom prst="roundRect">
            <a:avLst>
              <a:gd name="adj" fmla="val 13889"/>
            </a:avLst>
          </a:prstGeom>
          <a:solidFill>
            <a:srgbClr val="16181D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8920" y="288950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B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 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the paid skills test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37560" y="3273552"/>
            <a:ext cx="2468880" cy="329184"/>
          </a:xfrm>
          <a:prstGeom prst="roundRect">
            <a:avLst>
              <a:gd name="adj" fmla="val 13889"/>
            </a:avLst>
          </a:prstGeom>
          <a:solidFill>
            <a:srgbClr val="16181D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327355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B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 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reference-checked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840480" y="3657600"/>
            <a:ext cx="1463040" cy="329184"/>
          </a:xfrm>
          <a:prstGeom prst="roundRect">
            <a:avLst>
              <a:gd name="adj" fmla="val 13889"/>
            </a:avLst>
          </a:prstGeom>
          <a:solidFill>
            <a:srgbClr val="1ABDE1"/>
          </a:solidFill>
          <a:ln w="12700">
            <a:solidFill>
              <a:srgbClr val="1ABD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0" y="36576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algn="ctr"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finalists you interview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see the top three. Written notes and rankings from our team. You pick.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" y="47777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AB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Staffify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49440" y="47777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gostaffify.com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1AB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ONBOARD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path that fits your cash.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4023360" cy="2606040"/>
          </a:xfrm>
          <a:prstGeom prst="roundRect">
            <a:avLst>
              <a:gd name="adj" fmla="val 5263"/>
            </a:avLst>
          </a:prstGeom>
          <a:solidFill>
            <a:srgbClr val="0F1A1E"/>
          </a:solidFill>
          <a:ln w="25400">
            <a:solidFill>
              <a:srgbClr val="1ABD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AB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Upfront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$2,499</a:t>
            </a:r>
            <a:pPr indent="0" marL="0">
              <a:buNone/>
            </a:pPr>
            <a:r>
              <a:rPr lang="en-US" sz="12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standard onboarding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B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$2,099</a:t>
            </a:r>
            <a:pPr indent="0" marL="0">
              <a:buNone/>
            </a:pPr>
            <a:r>
              <a:rPr lang="en-US" sz="12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action taker (24-hour decision)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One-time. Everything included: sourcing, screening, training, ChatGPT bot, HR, replacement.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691640"/>
            <a:ext cx="4023360" cy="2606040"/>
          </a:xfrm>
          <a:prstGeom prst="roundRect">
            <a:avLst>
              <a:gd name="adj" fmla="val 5263"/>
            </a:avLst>
          </a:prstGeom>
          <a:solidFill>
            <a:srgbClr val="16181D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0" y="2103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It Into Your Rate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846320" y="2697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pPr indent="0" marL="0">
              <a:buNone/>
            </a:pPr>
            <a:r>
              <a:rPr lang="en-US" sz="12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today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846320" y="3200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+$1/hr for ~14 months, or +$2/hr for ~7 months, until $2,499 is paid.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3703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B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drops back to base once paid. No interest, no fees.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rate: $11.25 to $14/hr all-in. Average client at $12.50.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47777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AB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Staffify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49440" y="47777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gostaffify.com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1AB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IN, NOTHING EXTRA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your $2,499 actually buys.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B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$1,000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508760" y="18745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acquisition spend across Indeed, JobStreet, OnlineJobs.ph, LinkedIn, curated FB and WhatsApp groups.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663440" y="1874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B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$450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715000" y="18745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time. We review 150-250 applicants, run video interviews, and call references.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B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08760" y="27432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+ business analysis call. 60 to 90 minutes with you to scope the role.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3440" y="27432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B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$400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715000" y="27432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training and job flow build on your specific stack.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6118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B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508760" y="36118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ChatGPT bot for the role. Your voice, your process.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36118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B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$199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715000" y="36118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Infrastructure: Assembly HR+, Hubstaff, resource library, lifetime replacement guarantee provisioning.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AB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$2,499. No hidden fees. No contracts.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" y="47777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AB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Staffify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49440" y="47777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gostaffify.com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1AB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GUARANTEES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B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" y="777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replacement guarantee. </a:t>
            </a:r>
            <a:pPr indent="0" marL="0">
              <a:buNone/>
            </a:pPr>
            <a:r>
              <a:rPr lang="en-US" sz="13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VA does not work out, we replace them at no additional charge. No 30-day window.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B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1371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monitoring. </a:t>
            </a:r>
            <a:pPr indent="0" marL="0">
              <a:buNone/>
            </a:pPr>
            <a:r>
              <a:rPr lang="en-US" sz="13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and our team both watch. We step in on anomalies before you have to.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B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19659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check-ins. </a:t>
            </a:r>
            <a:pPr indent="0" marL="0">
              <a:buNone/>
            </a:pPr>
            <a:r>
              <a:rPr lang="en-US" sz="13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1, week 1, month 1, quarter 1, year 1. Plus monthly 1:1 in between. You do not run these. We do.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8229600" cy="1828800"/>
          </a:xfrm>
          <a:prstGeom prst="roundRect">
            <a:avLst>
              <a:gd name="adj" fmla="val 9000"/>
            </a:avLst>
          </a:prstGeom>
          <a:solidFill>
            <a:srgbClr val="0F1A1E"/>
          </a:solidFill>
          <a:ln w="25400">
            <a:solidFill>
              <a:srgbClr val="1ABD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063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move?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B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calendly.com/go-staffify/discovery-call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reach us direct: hello@gostaffify.com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" y="47777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AB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Staffify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949440" y="47777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gostaffify.com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Staffify Pitch Deck</dc:title>
  <dc:subject>PptxGenJS Presentation</dc:subject>
  <dc:creator>Staffify</dc:creator>
  <cp:lastModifiedBy>Staffify</cp:lastModifiedBy>
  <cp:revision>1</cp:revision>
  <dcterms:created xsi:type="dcterms:W3CDTF">2026-07-07T16:15:23Z</dcterms:created>
  <dcterms:modified xsi:type="dcterms:W3CDTF">2026-07-07T16:15:23Z</dcterms:modified>
</cp:coreProperties>
</file>